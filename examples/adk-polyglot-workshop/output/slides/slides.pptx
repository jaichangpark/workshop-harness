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8BDF8"/>
                </a:solidFill>
              </a:defRPr>
            </a:pPr>
            <a:r>
              <a:t>adk-polyglot-workshop</a:t>
            </a:r>
          </a:p>
          <a:p>
            <a:br/>
            <a:pPr algn="ctr">
              <a:defRPr sz="2200">
                <a:solidFill>
                  <a:srgbClr val="818CF8"/>
                </a:solidFill>
              </a:defRPr>
            </a:pPr>
            <a:r>
              <a:t>Multi-Language Agent Systems with Google ADK (Python, Go, Java, Kotlin, TypeScript)</a:t>
            </a:r>
          </a:p>
          <a:p>
            <a:br/>
            <a:pPr algn="ctr">
              <a:defRPr sz="1400">
                <a:solidFill>
                  <a:srgbClr val="F1F5F9"/>
                </a:solidFill>
              </a:defRPr>
            </a:pPr>
            <a:r>
              <a:t>Build with AI / DevFest Technical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Workshop Agenda</a:t>
            </a:r>
          </a:p>
          <a:p>
            <a:pPr>
              <a:defRPr sz="2000">
                <a:solidFill>
                  <a:srgbClr val="F1F5F9"/>
                </a:solidFill>
              </a:defRPr>
            </a:pPr>
            <a:r>
              <a:t>• [00 - 15m] Architecture &amp; Prerequisites Setup</a:t>
            </a:r>
          </a:p>
          <a:p>
            <a:pPr>
              <a:defRPr sz="2000">
                <a:solidFill>
                  <a:srgbClr val="F1F5F9"/>
                </a:solidFill>
              </a:defRPr>
            </a:pPr>
            <a:r>
              <a:t>• [15 - 45m] Lab 01 &amp; Lab 02 Core Hands-on Labs</a:t>
            </a:r>
          </a:p>
          <a:p>
            <a:pPr>
              <a:defRPr sz="2000">
                <a:solidFill>
                  <a:srgbClr val="F1F5F9"/>
                </a:solidFill>
              </a:defRPr>
            </a:pPr>
            <a:r>
              <a:t>• [45 - 55m] Lab 03 Full Pipeline &amp; Benchmark</a:t>
            </a:r>
          </a:p>
          <a:p>
            <a:pPr>
              <a:defRPr sz="2000">
                <a:solidFill>
                  <a:srgbClr val="F1F5F9"/>
                </a:solidFill>
              </a:defRPr>
            </a:pPr>
            <a:r>
              <a:t>• [55 - 60m] Q&amp;A, Troubleshooting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8BDF8"/>
                </a:solidFill>
              </a:defRPr>
            </a:pPr>
            <a:r>
              <a:t>Lab 01: Environment Verification, ADK Scaffolding &amp; Custom Tools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• ## Objective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• Verify your local environment using `./scripts/check_env.sh` and initialize your ADK agent using Google Agent Development Kit (`google-adk` / `google.golang.org/adk/v2` / `com.google.adk:google-adk` / `@google/adk`) with `gemini-3.8-flash`.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• ## Official Multi-Language ADK Entry Points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• - **Python (`google-adk`)**: `workshop/01_starter/sre_agent/agent.py` exposing `root_agent = LlmAgent(...)`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• - **Go (`google.golang.org/adk/v2`)**: `llmagent.New`, `functiontool.New`, and `gemini.NewModel`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• - **Java (`com.google.adk:google-adk`)**: `LlmAgent.builder()`, `SequentialAgent.builder()`, and `FunctionTool.create()`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• - **Kotlin (`com.google.adk:google-adk-kotlin-core`)**: `LlmAgent(...)`, `Gemini("gemini-3.8-flash")`, and `FunctionTool.create(::fn)`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8BDF8"/>
                </a:solidFill>
              </a:defRPr>
            </a:pPr>
            <a:r>
              <a:t>Lab 02: Multi-Agent Hierarchy, Sub-Agent Delegation &amp; Structured Outputs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• ## Objective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• Wire specialized sub-agents (`slo_specialist`, `report_specialist`) under a root coordinator (`root_agent` running `gemini-4-argon`) and enforce deterministic JSON schema outputs.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• ## Instructions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• 1. Review `prompt-pack/README.md` for the target JSON Schema.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• 2. In Python (`workshop/01_starter/agent.py`), attach `sub_agents=[slo_specialist, report_specialist]` to `root_agent`.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• 3. If exploring the Go, Java, Kotlin, or TypeScript tracks under `workshop/02_final/polyglot/`, compare how `SubAgents` / `subAgents` and `SequentialAgent` delegate tasks across languages.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• 4. Launch the interactive ADK Dev UI to inspect sub-agent handoff events visually: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8BDF8"/>
                </a:solidFill>
              </a:defRPr>
            </a:pPr>
            <a:r>
              <a:t>Lab 03: Trajectory Evaluation (adk eval), ADLC Optimization &amp; Deployment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• ## Objective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• Evaluate multi-agent tool trajectories against `evalset.json` (`adk eval` / `agents-cli eval`), run `InMemoryRunner` tests, and prepare for Cloud Run / Vertex AI Agent Engine deployment.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• ## Instructions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• 1. Run the reference solution: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• ```bash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• python3 workshop/02_final/main.py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• ```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38BDF8"/>
                </a:solidFill>
              </a:defRPr>
            </a:pPr>
            <a:r>
              <a:t>Congratulations! Lab Completed!</a:t>
            </a:r>
          </a:p>
          <a:p>
            <a:br/>
            <a:pPr algn="ctr">
              <a:defRPr sz="2000">
                <a:solidFill>
                  <a:srgbClr val="F1F5F9"/>
                </a:solidFill>
              </a:defRPr>
            </a:pPr>
            <a:r>
              <a:t>You have successfully built and verified 'adk-polyglot-workshop'.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